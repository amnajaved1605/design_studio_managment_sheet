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Graphic Design Studio Management Sheet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 Presentation for Mentor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Graphic Design Studio Management System</a:t>
            </a:r>
          </a:p>
          <a:p>
            <a:r>
              <a:t>• 50 Client Records Included</a:t>
            </a:r>
          </a:p>
          <a:p>
            <a:r>
              <a:t>• Multi-sheet Excel Workbook</a:t>
            </a:r>
          </a:p>
          <a:p>
            <a:r>
              <a:t>• Formula-driven calculations</a:t>
            </a:r>
          </a:p>
          <a:p>
            <a:r>
              <a:t>• KPI Dashboard and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Workbook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Dashboard</a:t>
            </a:r>
          </a:p>
          <a:p>
            <a:r>
              <a:t>2. Client Database</a:t>
            </a:r>
          </a:p>
          <a:p>
            <a:r>
              <a:t>3. Project Pipeline</a:t>
            </a:r>
          </a:p>
          <a:p>
            <a:r>
              <a:t>4. Team Allocation</a:t>
            </a:r>
          </a:p>
          <a:p>
            <a:r>
              <a:t>5. Financial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SUM, COUNTIF, COUNTIFS, SUMIF formulas</a:t>
            </a:r>
          </a:p>
          <a:p>
            <a:r>
              <a:t>• Automated KPI calculations</a:t>
            </a:r>
          </a:p>
          <a:p>
            <a:r>
              <a:t>• Client &amp; Project Tracking</a:t>
            </a:r>
          </a:p>
          <a:p>
            <a:r>
              <a:t>• Team Workload Monitoring</a:t>
            </a:r>
          </a:p>
          <a:p>
            <a:r>
              <a:t>• Revenue &amp; Outstanding Balance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Portfolio Budget</a:t>
            </a:r>
          </a:p>
          <a:p>
            <a:r>
              <a:t>• Total Amount Collected</a:t>
            </a:r>
          </a:p>
          <a:p>
            <a:r>
              <a:t>• Outstanding Balance</a:t>
            </a:r>
          </a:p>
          <a:p>
            <a:r>
              <a:t>• Project Status Summary</a:t>
            </a:r>
          </a:p>
          <a:p>
            <a:r>
              <a:t>• Real-time Management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Studio Operations</a:t>
            </a:r>
          </a:p>
          <a:p>
            <a:r>
              <a:t>• Better Client Management</a:t>
            </a:r>
          </a:p>
          <a:p>
            <a:r>
              <a:t>• Improved Project Visibility</a:t>
            </a:r>
          </a:p>
          <a:p>
            <a:r>
              <a:t>• Financial Control &amp; Monitoring</a:t>
            </a:r>
          </a:p>
          <a:p>
            <a:r>
              <a:t>• Data-driven Decision 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management sheet provides a professional solution for handling clients, projects, team resources, and finances within a Graphic Design Studio.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